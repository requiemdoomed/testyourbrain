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Plants, algae and some bacteria are photoautotrophs because they make their own food using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Chloroplasts have their own DNA, which supports the endosymbiotic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Photosystem II absorbs light first, even though it was discovered after Photosystem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RuBisCO is thought to be the most abundant protein on Earth.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oxygen, cells switch to fermentation, which yields only 2 ATP per glucose.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Biology 101: Energy in Cells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Photosynthesis and cellular respiration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Photosynthesis converts light energy into chemical energy stored in glucose.</a:t>
            </a:r>
          </a:p>
          <a:p>
            <a:r>
              <a:t>It takes place in the chloroplasts of plant cells.</a:t>
            </a:r>
          </a:p>
          <a:p>
            <a:r>
              <a:t>The overall equation is 6CO2 + 6H2O + light -&gt; C6H12O6 + 6O2.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Chloroplast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thylakoid membranes contain chlorophyll and are stacked into grana.</a:t>
            </a:r>
          </a:p>
          <a:p>
            <a:r>
              <a:t>The stroma is the fluid surrounding the thylakoids where the Calvin cycle occurs.</a:t>
            </a:r>
          </a:p>
          <a:p>
            <a:r>
              <a:t>Chlorophyll absorbs mostly blue and red light and reflects green light.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Light-Dependent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light-dependent reactions take place in the thylakoid membranes.</a:t>
            </a:r>
          </a:p>
          <a:p>
            <a:r>
              <a:t>Water is split during photolysis, releasing oxygen as a by-product.</a:t>
            </a:r>
          </a:p>
          <a:p>
            <a:r>
              <a:t>These reactions produce ATP and NADPH, which power the Calvin 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Calvin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Calvin cycle fixes carbon dioxide into organic molecules in the stroma.</a:t>
            </a:r>
          </a:p>
          <a:p>
            <a:r>
              <a:t>The enzyme RuBisCO catalyses the first step of carbon fixation.</a:t>
            </a:r>
          </a:p>
          <a:p>
            <a:r>
              <a:t>Three turns of the cycle produce one molecule of G3P, which is used to build glucose.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Cellular Respiration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Cellular respiration breaks down glucose to release energy in the form of ATP.</a:t>
            </a:r>
          </a:p>
          <a:p>
            <a:r>
              <a:t>Glycolysis occurs in the cytoplasm and splits glucose into two molecules of pyruvate.</a:t>
            </a:r>
          </a:p>
          <a:p>
            <a:r>
              <a:t>The Krebs cycle takes place in the mitochondrial matrix.</a:t>
            </a:r>
          </a:p>
          <a:p>
            <a:r>
              <a:t>The electron transport chain produces most of the ATP, about 34 molecules per glucose.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the Two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Photosynthesis stores energy while cellular respiration releases it.</a:t>
            </a:r>
          </a:p>
          <a:p>
            <a:r>
              <a:t>The products of photosynthesis are the reactants of cellular respiration.</a:t>
            </a:r>
          </a:p>
          <a:p>
            <a:r>
              <a:t>Both processes rely on electron transport chains and ATP synthase.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